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4660"/>
  </p:normalViewPr>
  <p:slideViewPr>
    <p:cSldViewPr snapToGrid="0">
      <p:cViewPr varScale="1">
        <p:scale>
          <a:sx n="73" d="100"/>
          <a:sy n="73" d="100"/>
        </p:scale>
        <p:origin x="3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EADC1-9CE6-4C27-A9DB-3BF6D6CD598B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F89F-C521-46D0-9014-CBB6A85213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1923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EADC1-9CE6-4C27-A9DB-3BF6D6CD598B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F89F-C521-46D0-9014-CBB6A85213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1765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EADC1-9CE6-4C27-A9DB-3BF6D6CD598B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F89F-C521-46D0-9014-CBB6A85213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3132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EADC1-9CE6-4C27-A9DB-3BF6D6CD598B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F89F-C521-46D0-9014-CBB6A85213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7654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EADC1-9CE6-4C27-A9DB-3BF6D6CD598B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F89F-C521-46D0-9014-CBB6A85213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7293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EADC1-9CE6-4C27-A9DB-3BF6D6CD598B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F89F-C521-46D0-9014-CBB6A85213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008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EADC1-9CE6-4C27-A9DB-3BF6D6CD598B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F89F-C521-46D0-9014-CBB6A85213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3937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EADC1-9CE6-4C27-A9DB-3BF6D6CD598B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F89F-C521-46D0-9014-CBB6A85213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3659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EADC1-9CE6-4C27-A9DB-3BF6D6CD598B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F89F-C521-46D0-9014-CBB6A85213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7522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EADC1-9CE6-4C27-A9DB-3BF6D6CD598B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F89F-C521-46D0-9014-CBB6A85213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3114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EADC1-9CE6-4C27-A9DB-3BF6D6CD598B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F89F-C521-46D0-9014-CBB6A85213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1543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EADC1-9CE6-4C27-A9DB-3BF6D6CD598B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CF89F-C521-46D0-9014-CBB6A85213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0116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Présentation du Projet d’alternance</a:t>
            </a:r>
            <a:endParaRPr lang="fr-FR" b="1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1026" name="Picture 2" descr="ASSURANCE_MALADIE_Logo_RVB_500p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160"/>
            <a:ext cx="2682240" cy="1005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633" y="4093244"/>
            <a:ext cx="2488734" cy="1758916"/>
          </a:xfrm>
          <a:prstGeom prst="rect">
            <a:avLst/>
          </a:prstGeom>
        </p:spPr>
      </p:pic>
      <p:pic>
        <p:nvPicPr>
          <p:cNvPr id="1030" name="Picture 6" descr="rId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0975" cy="16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rId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2875" cy="11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Id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2875" cy="14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rId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1925" cy="12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3668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Sommaire</a:t>
            </a:r>
            <a:endParaRPr lang="fr-FR" b="1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fr-FR" dirty="0" smtClean="0">
                <a:solidFill>
                  <a:schemeClr val="accent5">
                    <a:lumMod val="75000"/>
                  </a:schemeClr>
                </a:solidFill>
              </a:rPr>
              <a:t>Présentation de la MEO (mission)</a:t>
            </a:r>
          </a:p>
          <a:p>
            <a:r>
              <a:rPr lang="fr-FR" dirty="0" smtClean="0">
                <a:solidFill>
                  <a:schemeClr val="accent5">
                    <a:lumMod val="75000"/>
                  </a:schemeClr>
                </a:solidFill>
              </a:rPr>
              <a:t>Contexte </a:t>
            </a:r>
            <a:r>
              <a:rPr lang="fr-FR" dirty="0" smtClean="0">
                <a:solidFill>
                  <a:schemeClr val="accent5">
                    <a:lumMod val="75000"/>
                  </a:schemeClr>
                </a:solidFill>
              </a:rPr>
              <a:t>du projet</a:t>
            </a:r>
          </a:p>
          <a:p>
            <a:r>
              <a:rPr lang="fr-FR" dirty="0" smtClean="0">
                <a:solidFill>
                  <a:schemeClr val="accent5">
                    <a:lumMod val="75000"/>
                  </a:schemeClr>
                </a:solidFill>
              </a:rPr>
              <a:t>Action réalisé</a:t>
            </a:r>
          </a:p>
          <a:p>
            <a:r>
              <a:rPr lang="fr-FR" dirty="0" smtClean="0">
                <a:solidFill>
                  <a:schemeClr val="accent5">
                    <a:lumMod val="75000"/>
                  </a:schemeClr>
                </a:solidFill>
              </a:rPr>
              <a:t>Action à venir</a:t>
            </a:r>
            <a:endParaRPr lang="fr-FR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Picture 2" descr="ASSURANCE_MALADIE_Logo_RVB_500p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160"/>
            <a:ext cx="2682240" cy="1005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088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Les activités du pôle Mise en Œuvre dans la mission de </a:t>
            </a:r>
            <a:r>
              <a:rPr lang="fr-FR" b="1" dirty="0" smtClean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Production</a:t>
            </a:r>
            <a:endParaRPr lang="fr-FR" b="1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Le suivi, l’analyse et l’installation des composants de l’application</a:t>
            </a:r>
          </a:p>
          <a:p>
            <a:endParaRPr lang="fr-FR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L’analyse et la résolution des incidents de traitement</a:t>
            </a:r>
          </a:p>
          <a:p>
            <a:pPr marL="0" indent="0">
              <a:buNone/>
            </a:pPr>
            <a:endParaRPr lang="fr-FR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Le maintien en condition opérationnelle des environnements hors Production</a:t>
            </a:r>
          </a:p>
        </p:txBody>
      </p:sp>
      <p:pic>
        <p:nvPicPr>
          <p:cNvPr id="4" name="Picture 2" descr="ASSURANCE_MALADIE_Logo_RVB_500p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160"/>
            <a:ext cx="2682240" cy="1005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4295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Contexte du projet</a:t>
            </a:r>
            <a:endParaRPr lang="fr-FR" b="1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fr-FR" dirty="0" smtClean="0">
                <a:solidFill>
                  <a:schemeClr val="accent5">
                    <a:lumMod val="75000"/>
                  </a:schemeClr>
                </a:solidFill>
              </a:rPr>
              <a:t>L’entreprise utilise Ansible (Déploiement et planification de tâche)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 smtClean="0">
                <a:solidFill>
                  <a:schemeClr val="accent5">
                    <a:lumMod val="75000"/>
                  </a:schemeClr>
                </a:solidFill>
              </a:rPr>
              <a:t>Limitation et Traçabilité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 smtClean="0">
                <a:solidFill>
                  <a:schemeClr val="accent5">
                    <a:lumMod val="75000"/>
                  </a:schemeClr>
                </a:solidFill>
              </a:rPr>
              <a:t>Intégration d’un IHM (Interface Homme Machine)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 smtClean="0">
                <a:solidFill>
                  <a:schemeClr val="accent5">
                    <a:lumMod val="75000"/>
                  </a:schemeClr>
                </a:solidFill>
              </a:rPr>
              <a:t>Concentration et Facilité (des Playbooks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fr-FR" dirty="0" smtClean="0">
                <a:solidFill>
                  <a:schemeClr val="accent5">
                    <a:lumMod val="75000"/>
                  </a:schemeClr>
                </a:solidFill>
              </a:rPr>
              <a:t>et inventaires)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dirty="0" smtClean="0">
              <a:solidFill>
                <a:schemeClr val="accent5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fr-FR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fr-FR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Picture 2" descr="ASSURANCE_MALADIE_Logo_RVB_500p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160"/>
            <a:ext cx="2682240" cy="1005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511" y="4290737"/>
            <a:ext cx="1751289" cy="175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620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Action réaliser</a:t>
            </a:r>
            <a:endParaRPr lang="fr-FR" b="1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fr-FR" dirty="0" smtClean="0">
                <a:solidFill>
                  <a:schemeClr val="accent5">
                    <a:lumMod val="75000"/>
                  </a:schemeClr>
                </a:solidFill>
              </a:rPr>
              <a:t>1 semaine avec réalisation de plusieurs tests</a:t>
            </a:r>
          </a:p>
          <a:p>
            <a:r>
              <a:rPr lang="fr-FR" dirty="0" smtClean="0">
                <a:solidFill>
                  <a:schemeClr val="accent5">
                    <a:lumMod val="75000"/>
                  </a:schemeClr>
                </a:solidFill>
              </a:rPr>
              <a:t>Recherche de solutions pour l’IHM (réalisation de schéma)</a:t>
            </a:r>
          </a:p>
          <a:p>
            <a:r>
              <a:rPr lang="fr-FR" dirty="0" smtClean="0">
                <a:solidFill>
                  <a:schemeClr val="accent5">
                    <a:lumMod val="75000"/>
                  </a:schemeClr>
                </a:solidFill>
              </a:rPr>
              <a:t>Lecture de plusieurs documentations</a:t>
            </a:r>
          </a:p>
          <a:p>
            <a:r>
              <a:rPr lang="fr-FR" dirty="0" smtClean="0">
                <a:solidFill>
                  <a:schemeClr val="accent5">
                    <a:lumMod val="75000"/>
                  </a:schemeClr>
                </a:solidFill>
              </a:rPr>
              <a:t>Tentative de création de clés SSH pour GIT</a:t>
            </a:r>
          </a:p>
          <a:p>
            <a:endParaRPr lang="fr-FR" dirty="0" smtClean="0">
              <a:solidFill>
                <a:schemeClr val="accent5">
                  <a:lumMod val="75000"/>
                </a:schemeClr>
              </a:solidFill>
            </a:endParaRPr>
          </a:p>
          <a:p>
            <a:endParaRPr lang="fr-FR" dirty="0" smtClean="0">
              <a:solidFill>
                <a:schemeClr val="accent5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fr-FR" dirty="0" smtClean="0">
              <a:solidFill>
                <a:schemeClr val="accent5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fr-FR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fr-FR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Picture 2" descr="ASSURANCE_MALADIE_Logo_RVB_500p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160"/>
            <a:ext cx="2682240" cy="1005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3737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Action à venir</a:t>
            </a:r>
            <a:endParaRPr lang="fr-FR" b="1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fr-FR" dirty="0" smtClean="0">
                <a:solidFill>
                  <a:schemeClr val="accent5">
                    <a:lumMod val="75000"/>
                  </a:schemeClr>
                </a:solidFill>
              </a:rPr>
              <a:t>Création d’un dépôt GIT pour le Projet</a:t>
            </a:r>
          </a:p>
          <a:p>
            <a:r>
              <a:rPr lang="fr-FR" dirty="0" smtClean="0">
                <a:solidFill>
                  <a:schemeClr val="accent5">
                    <a:lumMod val="75000"/>
                  </a:schemeClr>
                </a:solidFill>
              </a:rPr>
              <a:t>Modéliser une base de donnée du Projet</a:t>
            </a:r>
          </a:p>
          <a:p>
            <a:r>
              <a:rPr lang="fr-FR" dirty="0" smtClean="0">
                <a:solidFill>
                  <a:schemeClr val="accent5">
                    <a:lumMod val="75000"/>
                  </a:schemeClr>
                </a:solidFill>
              </a:rPr>
              <a:t>Réaliser un CdCF (Cahier Des Charges Fonctionnel)</a:t>
            </a:r>
          </a:p>
          <a:p>
            <a:r>
              <a:rPr lang="fr-FR" dirty="0" smtClean="0">
                <a:solidFill>
                  <a:schemeClr val="accent5">
                    <a:lumMod val="75000"/>
                  </a:schemeClr>
                </a:solidFill>
              </a:rPr>
              <a:t>Apprentissage de symfony</a:t>
            </a:r>
          </a:p>
          <a:p>
            <a:r>
              <a:rPr lang="fr-FR" dirty="0" smtClean="0">
                <a:solidFill>
                  <a:schemeClr val="accent5">
                    <a:lumMod val="75000"/>
                  </a:schemeClr>
                </a:solidFill>
              </a:rPr>
              <a:t>Maquette Figma 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à</a:t>
            </a:r>
            <a:r>
              <a:rPr lang="fr-FR" dirty="0" smtClean="0">
                <a:solidFill>
                  <a:schemeClr val="accent5">
                    <a:lumMod val="75000"/>
                  </a:schemeClr>
                </a:solidFill>
              </a:rPr>
              <a:t> réaliser</a:t>
            </a:r>
          </a:p>
          <a:p>
            <a:endParaRPr lang="fr-FR" dirty="0" smtClean="0">
              <a:solidFill>
                <a:schemeClr val="accent5">
                  <a:lumMod val="75000"/>
                </a:schemeClr>
              </a:solidFill>
            </a:endParaRPr>
          </a:p>
          <a:p>
            <a:endParaRPr lang="fr-FR" dirty="0" smtClean="0">
              <a:solidFill>
                <a:schemeClr val="accent5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fr-FR" dirty="0" smtClean="0">
              <a:solidFill>
                <a:schemeClr val="accent5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fr-FR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fr-FR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Picture 2" descr="ASSURANCE_MALADIE_Logo_RVB_500p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160"/>
            <a:ext cx="2682240" cy="1005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6793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156</Words>
  <Application>Microsoft Office PowerPoint</Application>
  <PresentationFormat>Grand écran</PresentationFormat>
  <Paragraphs>35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Wingdings</vt:lpstr>
      <vt:lpstr>Thème Office</vt:lpstr>
      <vt:lpstr>Présentation du Projet d’alternance</vt:lpstr>
      <vt:lpstr>Sommaire</vt:lpstr>
      <vt:lpstr>Les activités du pôle Mise en Œuvre dans la mission de Production</vt:lpstr>
      <vt:lpstr>Contexte du projet</vt:lpstr>
      <vt:lpstr>Action réaliser</vt:lpstr>
      <vt:lpstr>Action à venir</vt:lpstr>
    </vt:vector>
  </TitlesOfParts>
  <Company>Cnam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du Projet d’alternance</dc:title>
  <dc:creator>MASTANTUONO LUDO (CTI SAINT-ETIENNE)</dc:creator>
  <cp:lastModifiedBy>MASTANTUONO LUDO (CTI SAINT-ETIENNE)</cp:lastModifiedBy>
  <cp:revision>10</cp:revision>
  <dcterms:created xsi:type="dcterms:W3CDTF">2025-12-09T07:38:55Z</dcterms:created>
  <dcterms:modified xsi:type="dcterms:W3CDTF">2025-12-09T13:20:52Z</dcterms:modified>
</cp:coreProperties>
</file>